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136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988F0-83F8-457B-89BB-CF8E57A36A6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AEC91-8062-4306-8A2E-D55B4430C9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028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0A44-5BAC-4D7A-497D-F0238769B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EE03E-8ECF-10E3-E073-D40A0126C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9E50-DF92-90C0-834A-468E3839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1C05F-6FBB-41EB-AA76-980D97881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F01D3-3CB3-9E2A-EB3A-44CB37A4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550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3740-8E1A-A99E-EFEF-FA955D76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7CC-6864-3D48-C025-1EB39CD21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8EB1F-FDD7-31DF-35D0-2C63320E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0C417-0759-7D36-AA69-9F95C0C1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CD545-21BF-884C-786A-F112BBE4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714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3E42-11B9-0273-7538-B43B77911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9252D-FA30-B51E-5815-1466E9836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D002C-33E4-8BCE-BD29-42A2B405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0CC07-041C-9672-A507-AF1B612C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733F9-4291-99BA-C72B-5F9F9A9C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677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14D1-53BE-46EF-4059-773A6CB5E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ACBF5-4602-32FB-2F65-9A353AF89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1D1F7-3F76-D7C6-FC50-16B1AD2E2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2C4A7-8CF5-10E5-D6A9-036DA9B0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F19D6-A5F0-4CEC-EDF6-B6F5F023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A8E3B-1F5B-E2EC-7745-B634232E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695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2897-7F1A-72E2-FBA6-FB460B5D9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C2730-FE62-B81B-6F59-4E5FDD299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AA4FE-A387-A4D2-3980-61732DE15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694628-09F5-B678-6BCD-83D8D9FC7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EB33D-8BAD-8DE4-769F-B4DF694DE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DDE05C-5125-4119-5DA0-A446AA89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A4AB1-3B00-3BAE-BA6D-02F944B7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9356A-DA0C-D02E-DE8A-AF714986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220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674D-62EB-7D25-38B2-DE25CFF52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1DF4A-4802-969A-CE4F-AF5EA7E7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4E548-49F2-47AB-3173-E25F47E2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8450C-BB10-F7C7-9DE2-25B74991D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98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F15CF-2108-25E0-ABB7-7FB98587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77ADB-D913-1F45-8617-0AA42858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FEF12-F977-C887-4C39-C349A106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217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9E0A-DE12-2AEE-F7A5-6FDC86796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E8B88-8308-C2BC-9DA2-36F358CDF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4D633-0741-D515-959C-F4C356656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73B52-E4E6-C15D-F712-F210C4FB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89637-255D-307F-E5A6-25E2A7BB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96639-B159-F0A9-5394-809BD701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515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290F1-8DA0-3282-D63A-BE41C25E9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E783A-50D8-3B26-052E-C2F58D09C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60A28-F96C-167A-4ECD-87419454F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784BA-D25B-78E4-1290-2CD0BA99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21A20-CB86-1625-52ED-E9D5597E3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116A1-32F9-B8DD-1D3B-62912280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266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32FF-D545-C6AB-B1E4-9B0377D6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4282B-A97A-1ADC-B500-36083FEDA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EFF84-2643-299D-9CA2-7E681581E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7BF74-923B-A7F8-BAA7-DE121EF6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CC19E-458B-5ADA-3260-025E2F5C8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20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AF9899-08EC-F509-A4FF-F364DD799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B029F-0297-C1C5-93D8-28D98A7F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42196-3644-850D-4513-0EA06BC7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5614A-03D2-6EF7-6614-B21E94CAE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82B6B-6A1C-89AA-FF85-9BF7DB63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327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69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E6F48-416F-89EF-636B-5D1EE2798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CDAA9-B789-37F1-05D6-2019C4871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7946F-C536-6AD7-FF49-019D75330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040AD-72D9-4CB6-A878-2E8667BD47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8D9BE-9391-045E-EED7-08DC1C25D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6A859-2113-10E1-92A2-FD769CF40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9FB26-5692-4F29-B98F-07C734888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28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Model Wins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975360" y="1463040"/>
            <a:ext cx="512064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7678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584960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does this</a:t>
            </a:r>
            <a:endParaRPr lang="en-US" sz="1733" dirty="0"/>
          </a:p>
        </p:txBody>
      </p:sp>
      <p:sp>
        <p:nvSpPr>
          <p:cNvPr id="6" name="Text 3"/>
          <p:cNvSpPr/>
          <p:nvPr/>
        </p:nvSpPr>
        <p:spPr>
          <a:xfrm>
            <a:off x="2011680" y="2048256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only platform that inspects and repairs before landlord checkout.</a:t>
            </a:r>
            <a:endParaRPr lang="en-US" sz="1333" dirty="0"/>
          </a:p>
        </p:txBody>
      </p:sp>
      <p:sp>
        <p:nvSpPr>
          <p:cNvPr id="7" name="Shape 4"/>
          <p:cNvSpPr/>
          <p:nvPr/>
        </p:nvSpPr>
        <p:spPr>
          <a:xfrm>
            <a:off x="6583680" y="1463040"/>
            <a:ext cx="512064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520" y="17678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20000" y="1584960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Day 1</a:t>
            </a:r>
            <a:endParaRPr lang="en-US" sz="1733" dirty="0"/>
          </a:p>
        </p:txBody>
      </p:sp>
      <p:sp>
        <p:nvSpPr>
          <p:cNvPr id="10" name="Text 6"/>
          <p:cNvSpPr/>
          <p:nvPr/>
        </p:nvSpPr>
        <p:spPr>
          <a:xfrm>
            <a:off x="7620000" y="2048256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fees generate income whether or not a dispute occurs.</a:t>
            </a:r>
            <a:endParaRPr lang="en-US" sz="1333" dirty="0"/>
          </a:p>
        </p:txBody>
      </p:sp>
      <p:sp>
        <p:nvSpPr>
          <p:cNvPr id="11" name="Shape 7"/>
          <p:cNvSpPr/>
          <p:nvPr/>
        </p:nvSpPr>
        <p:spPr>
          <a:xfrm>
            <a:off x="975360" y="3048000"/>
            <a:ext cx="512064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33528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11680" y="3169920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network = moat</a:t>
            </a:r>
            <a:endParaRPr lang="en-US" sz="1733" dirty="0"/>
          </a:p>
        </p:txBody>
      </p:sp>
      <p:sp>
        <p:nvSpPr>
          <p:cNvPr id="14" name="Text 9"/>
          <p:cNvSpPr/>
          <p:nvPr/>
        </p:nvSpPr>
        <p:spPr>
          <a:xfrm>
            <a:off x="2011680" y="3633216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Hard-to-replicate local tradesperson network creates a sticky competitive advantage.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6583680" y="3048000"/>
            <a:ext cx="512064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7520" y="335280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20000" y="3169920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EBITDA margin by Y3</a:t>
            </a:r>
            <a:endParaRPr lang="en-US" sz="1733" dirty="0"/>
          </a:p>
        </p:txBody>
      </p:sp>
      <p:sp>
        <p:nvSpPr>
          <p:cNvPr id="18" name="Text 12"/>
          <p:cNvSpPr/>
          <p:nvPr/>
        </p:nvSpPr>
        <p:spPr>
          <a:xfrm>
            <a:off x="7620000" y="3633216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Asset-light, fee-for-service model with no balance sheet risk.</a:t>
            </a:r>
            <a:endParaRPr lang="en-US" sz="1333" dirty="0"/>
          </a:p>
        </p:txBody>
      </p:sp>
      <p:sp>
        <p:nvSpPr>
          <p:cNvPr id="19" name="Shape 13"/>
          <p:cNvSpPr/>
          <p:nvPr/>
        </p:nvSpPr>
        <p:spPr>
          <a:xfrm>
            <a:off x="975360" y="4632960"/>
            <a:ext cx="512064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493776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011680" y="4754880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&gt; cure</a:t>
            </a:r>
            <a:endParaRPr lang="en-US" sz="1733" dirty="0"/>
          </a:p>
        </p:txBody>
      </p:sp>
      <p:sp>
        <p:nvSpPr>
          <p:cNvPr id="22" name="Text 15"/>
          <p:cNvSpPr/>
          <p:nvPr/>
        </p:nvSpPr>
        <p:spPr>
          <a:xfrm>
            <a:off x="2011680" y="5218176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who never lose their deposit are stronger advocates than those who recovered 60% after months.</a:t>
            </a:r>
            <a:endParaRPr lang="en-US" sz="1333" dirty="0"/>
          </a:p>
        </p:txBody>
      </p:sp>
      <p:sp>
        <p:nvSpPr>
          <p:cNvPr id="23" name="Shape 16"/>
          <p:cNvSpPr/>
          <p:nvPr/>
        </p:nvSpPr>
        <p:spPr>
          <a:xfrm>
            <a:off x="6583680" y="4632960"/>
            <a:ext cx="512064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7520" y="4937760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620000" y="4754880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City-by-city scaling</a:t>
            </a:r>
            <a:endParaRPr lang="en-US" sz="1733" dirty="0"/>
          </a:p>
        </p:txBody>
      </p:sp>
      <p:sp>
        <p:nvSpPr>
          <p:cNvPr id="26" name="Text 18"/>
          <p:cNvSpPr/>
          <p:nvPr/>
        </p:nvSpPr>
        <p:spPr>
          <a:xfrm>
            <a:off x="7620000" y="5218176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repeats: recruit artisans, partner with agents, launch. No capital needed per city.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4267" dirty="0"/>
          </a:p>
        </p:txBody>
      </p:sp>
      <p:sp>
        <p:nvSpPr>
          <p:cNvPr id="3" name="Text 1"/>
          <p:cNvSpPr/>
          <p:nvPr/>
        </p:nvSpPr>
        <p:spPr>
          <a:xfrm>
            <a:off x="975360" y="1219200"/>
            <a:ext cx="8534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 from day one — no single point of failure.</a:t>
            </a:r>
            <a:endParaRPr lang="en-US" sz="1733" dirty="0"/>
          </a:p>
        </p:txBody>
      </p:sp>
      <p:sp>
        <p:nvSpPr>
          <p:cNvPr id="4" name="Shape 2"/>
          <p:cNvSpPr/>
          <p:nvPr/>
        </p:nvSpPr>
        <p:spPr>
          <a:xfrm>
            <a:off x="975360" y="195072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5" name="Shape 3"/>
          <p:cNvSpPr/>
          <p:nvPr/>
        </p:nvSpPr>
        <p:spPr>
          <a:xfrm>
            <a:off x="1048512" y="1950720"/>
            <a:ext cx="6827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1280160" y="201168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Fee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1280160" y="2414016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fee for pre-departure assessment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4511040" y="201168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£75 per case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4511040" y="24140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Y1 rev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975360" y="304800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1" name="Shape 9"/>
          <p:cNvSpPr/>
          <p:nvPr/>
        </p:nvSpPr>
        <p:spPr>
          <a:xfrm>
            <a:off x="1048512" y="3048000"/>
            <a:ext cx="6827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2" name="Text 10"/>
          <p:cNvSpPr/>
          <p:nvPr/>
        </p:nvSpPr>
        <p:spPr>
          <a:xfrm>
            <a:off x="1280160" y="310896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Commission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1280160" y="3511296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repair jobs via our network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4511040" y="310896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margin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511040" y="35112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of Y1 rev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975360" y="414528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7" name="Shape 15"/>
          <p:cNvSpPr/>
          <p:nvPr/>
        </p:nvSpPr>
        <p:spPr>
          <a:xfrm>
            <a:off x="1048512" y="4145280"/>
            <a:ext cx="6827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/>
          <p:nvPr/>
        </p:nvSpPr>
        <p:spPr>
          <a:xfrm>
            <a:off x="1280160" y="420624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Fee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280160" y="4608576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residual disputed deductions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511040" y="420624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success fee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4511040" y="4608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of Y1 rev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975360" y="524256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3" name="Shape 21"/>
          <p:cNvSpPr/>
          <p:nvPr/>
        </p:nvSpPr>
        <p:spPr>
          <a:xfrm>
            <a:off x="1048512" y="5242560"/>
            <a:ext cx="6827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4" name="Text 22"/>
          <p:cNvSpPr/>
          <p:nvPr/>
        </p:nvSpPr>
        <p:spPr>
          <a:xfrm>
            <a:off x="1280160" y="530352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Referrals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1280160" y="5705856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letting agent partnerships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4511040" y="530352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 per referral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4511040" y="5705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Y1 rev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8290560" y="1950720"/>
            <a:ext cx="3291840" cy="41452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9" name="Text 27"/>
          <p:cNvSpPr/>
          <p:nvPr/>
        </p:nvSpPr>
        <p:spPr>
          <a:xfrm>
            <a:off x="8290560" y="2194560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867" dirty="0"/>
          </a:p>
        </p:txBody>
      </p:sp>
      <p:sp>
        <p:nvSpPr>
          <p:cNvPr id="30" name="Text 28"/>
          <p:cNvSpPr/>
          <p:nvPr/>
        </p:nvSpPr>
        <p:spPr>
          <a:xfrm>
            <a:off x="8534400" y="2804160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£150</a:t>
            </a:r>
            <a:endParaRPr lang="en-US" sz="2667" dirty="0"/>
          </a:p>
        </p:txBody>
      </p:sp>
      <p:sp>
        <p:nvSpPr>
          <p:cNvPr id="31" name="Text 29"/>
          <p:cNvSpPr/>
          <p:nvPr/>
        </p:nvSpPr>
        <p:spPr>
          <a:xfrm>
            <a:off x="9753600" y="2804160"/>
            <a:ext cx="1584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33" dirty="0"/>
          </a:p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8534400" y="3596640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£110</a:t>
            </a:r>
            <a:endParaRPr lang="en-US" sz="2667" dirty="0"/>
          </a:p>
        </p:txBody>
      </p:sp>
      <p:sp>
        <p:nvSpPr>
          <p:cNvPr id="33" name="Text 31"/>
          <p:cNvSpPr/>
          <p:nvPr/>
        </p:nvSpPr>
        <p:spPr>
          <a:xfrm>
            <a:off x="9753600" y="3596640"/>
            <a:ext cx="1584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333" dirty="0"/>
          </a:p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8534400" y="4389120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667" dirty="0"/>
          </a:p>
        </p:txBody>
      </p:sp>
      <p:sp>
        <p:nvSpPr>
          <p:cNvPr id="35" name="Text 33"/>
          <p:cNvSpPr/>
          <p:nvPr/>
        </p:nvSpPr>
        <p:spPr>
          <a:xfrm>
            <a:off x="9753600" y="4389120"/>
            <a:ext cx="1584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1333" dirty="0"/>
          </a:p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333" dirty="0"/>
          </a:p>
        </p:txBody>
      </p:sp>
      <p:sp>
        <p:nvSpPr>
          <p:cNvPr id="36" name="Text 34"/>
          <p:cNvSpPr/>
          <p:nvPr/>
        </p:nvSpPr>
        <p:spPr>
          <a:xfrm>
            <a:off x="8534400" y="5181600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2,400</a:t>
            </a:r>
            <a:endParaRPr lang="en-US" sz="2667" dirty="0"/>
          </a:p>
        </p:txBody>
      </p:sp>
      <p:sp>
        <p:nvSpPr>
          <p:cNvPr id="37" name="Text 35"/>
          <p:cNvSpPr/>
          <p:nvPr/>
        </p:nvSpPr>
        <p:spPr>
          <a:xfrm>
            <a:off x="9753600" y="5181600"/>
            <a:ext cx="1584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333" dirty="0"/>
          </a:p>
          <a:p>
            <a:r>
              <a:rPr lang="en-US" sz="1333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adedoyin adejimi</dc:creator>
  <cp:lastModifiedBy>adedoyin adejimi</cp:lastModifiedBy>
  <cp:revision>2</cp:revision>
  <dcterms:created xsi:type="dcterms:W3CDTF">2026-03-09T16:46:37Z</dcterms:created>
  <dcterms:modified xsi:type="dcterms:W3CDTF">2026-03-09T17:28:34Z</dcterms:modified>
</cp:coreProperties>
</file>