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65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DEPOSITGUARD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Repair &amp; Recover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prevent deposit losses before they happen — and recover what's left.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£250–400M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unfair deductions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UK every year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tenants ever dispute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deposit deductions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when tenants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professional support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Pitch  |  Q2 2026 Launch  |  London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routinely lose money from their deposits — and almost nobody fights 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deposits in UK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tenancies involve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form of deduction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£50–80M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deductions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alone per year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tenants don't dispute: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— stressed with moving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 — unfamiliar with their rights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imbalance — intimidated by landlords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stakes perception — "not worth the hassle"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exhaustion — just want to move 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931920"/>
            <a:ext cx="36576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920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professional representation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improves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Insight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2011680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0584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Others wait for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3D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emergency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recovery services only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after deductions happen.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840480" cy="2011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the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check first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inspects, repairs,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losses before move-out.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0332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3566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GP referral model: </a:t>
            </a: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services wait for the patient to arrive in A&amp;E and then treat them. DepositGuard does the health check first, catches problems early, and prevents the emergency altogether.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Walkthrough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063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submits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room-by-room video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out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84832" y="118872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633472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633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7627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76272" y="3063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 footage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flag likely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risks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803904" y="118872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4352544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435254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20116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95344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Repairs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895344" y="3063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tradespeople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issues before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inspection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522976" y="118872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071616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607161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201168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14416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Trail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614416" y="3063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photos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documented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package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242048" y="118872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7790688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3"/>
          <p:cNvSpPr/>
          <p:nvPr/>
        </p:nvSpPr>
        <p:spPr>
          <a:xfrm>
            <a:off x="779068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011680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33488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Back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333488" y="3063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 near-full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returned.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residual — we fight.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975104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3694176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413248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7132320" y="24688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— the UK's largest private rental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12801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renter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in London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468880" cy="12801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4747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endings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12801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179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£1,855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deposit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2468880" cy="12801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38,500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Tenancies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3017520"/>
            <a:ext cx="2468880" cy="12801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penetration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(3,300 cases)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468880" cy="12801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£468K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projected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model. Zero balance sheet risk. Break-even by Month 7.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301752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£468K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£55K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3,300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66160" y="1463040"/>
            <a:ext cx="2560320" cy="301752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661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£1.08M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£708K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048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4048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7,700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0" y="1463040"/>
            <a:ext cx="2560320" cy="3017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008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£1.89M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7512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£1.36M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7512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13,200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£300K seed  |  Zero balance sheet risk  |  Break-even Month 7  |  74% EBITDA margin by Year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73152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508760" y="1234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828800" cy="26517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+ repair 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boroughs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cases target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12344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1828800" cy="26517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0" y="1783080"/>
            <a:ext cx="18288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8803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2148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8036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Recovery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recovery backstop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 via partner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total cases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12344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1828800" cy="26517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18288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920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148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M12–18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B2B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letting agency deals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inspection tool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cases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43800" y="1234440"/>
            <a:ext cx="320040" cy="32004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766560" y="1783080"/>
            <a:ext cx="1828800" cy="265176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766560" y="1783080"/>
            <a:ext cx="1828800" cy="54864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9037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2148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Cities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Manchester, Birmingham, Bristol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playbook repeats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3,300+ cases/year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We're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cofounder roles to take DepositGuard from idea to market leader.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325880" cy="3200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190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Founder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(in place)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fundraising,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417320"/>
            <a:ext cx="132588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10312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17190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Claims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Legal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82880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82880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ops, regulatory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46120" y="1417320"/>
            <a:ext cx="132588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356616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7190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9184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29184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29184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network, QC,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709160" y="1417320"/>
            <a:ext cx="132588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502920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17190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5488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75488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75488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mobile app,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tech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172200" y="1417320"/>
            <a:ext cx="132588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49224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171907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21792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21792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21792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marketing,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partnerships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7635240" y="1417320"/>
            <a:ext cx="132588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28"/>
          <p:cNvSpPr/>
          <p:nvPr/>
        </p:nvSpPr>
        <p:spPr>
          <a:xfrm>
            <a:off x="795528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171907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8096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68096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7680960" y="3108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sprints,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DepositGuard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cofounders who want to build something that matters.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equity — meaningful stake in a high-margin, scalable business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problem, proven market — £50–80M lost to unfair deductions in London alone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108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strategy and financials — rigorously modelled and ready for investors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661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launch ready — business plan, financial model, and go-to-market in place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731520" y="4114800"/>
            <a:ext cx="41148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8"/>
          <p:cNvSpPr/>
          <p:nvPr/>
        </p:nvSpPr>
        <p:spPr>
          <a:xfrm>
            <a:off x="1104704" y="40919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ade.adedo@gmail.com  |  depositguard.co.uk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3152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On-screen Show (16:9)</PresentationFormat>
  <Paragraphs>195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DepositGuard — Cofounder Pitch</dc:title>
  <dc:subject>PptxGenJS Presentation</dc:subject>
  <dc:creator>Ade — DepositGuard</dc:creator>
  <cp:lastModifiedBy>adedoyin adejimi</cp:lastModifiedBy>
  <cp:revision>3</cp:revision>
  <dcterms:created xsi:type="dcterms:W3CDTF">2026-03-02T16:21:14Z</dcterms:created>
  <dcterms:modified xsi:type="dcterms:W3CDTF">2026-03-09T17:28:06Z</dcterms:modified>
</cp:coreProperties>
</file>