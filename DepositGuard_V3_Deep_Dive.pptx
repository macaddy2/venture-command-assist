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9144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DEPOSITGUARD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Inspect, Repair &amp; Recover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Model: A Deep Dive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Cofounder Pitch  |  Q2 2026 Launch  |  London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Ade  |  ade.adedo@gmail.com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do not distribute without permission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  |  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8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is building the UK's first proactive deposit protection platform.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waiting until after a landlord makes deductions — and then fighting to recover the money — DepositGuard intervenes before the landlord inspection, preventing losses at source.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submit a video walkthrough before moving out. DepositGuard assesses the footage, identifies likely deduction risks, and dispatches verified artisans to complete targeted repairs — all before the landlord sets foot in the property.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229600" cy="822960"/>
          </a:xfrm>
          <a:prstGeom prst="rect">
            <a:avLst>
              <a:gd name="adj" fmla="val 11111"/>
            </a:avLst>
          </a:prstGeom>
          <a:solidFill>
            <a:srgbClr val="E0F5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291840"/>
            <a:ext cx="54864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375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GP referral model: existing services wait for the patient to arrive in A&amp;E and then treat them. DepositGuard does the health check first, catches problems early, and prevents the emergency altogether.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  |  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8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of tenancies involve deductions. Most tenants never challenge them.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Tenants Don't Fight Back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pressure — already stressed with moving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 — unfamiliar with dispute processes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imbalance — intimidated by experienced landlords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stakes perception — £200–500 feels "not worth the hassle"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exhaustion — just want to move on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600200"/>
          <a:ext cx="33832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deposits in UK schemes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million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Tenancies with deductions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Unfair deductions (London)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£50–80M / 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Disputes raised vs deductions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Insight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  |  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8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time to protect a deposit is at the point of departure — before deductions are made.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DepositGuard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they 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deduction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landlord inspection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to tenant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Recovers some of what's lost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the loss entirely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fee on recovery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+ repair + recovery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moat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 expertise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tech + artisan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— The Tenant Journey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  |  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8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for the tenant. High-impact on deposit outcomes. 4–5 week timeline.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&amp; 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 Given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gives notice. DepositGuard triggers departure workflow.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Submission (D1–3)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Room-by-room video walkthrough via mobile app. AI flags risk areas.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(D3–5)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report: green (no action), amber (repair), red (likely deduction).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Quote (D5–7)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Fixed-price quotes from artisan network. Tenant approves. £75 inspection fee.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Repairs Done (D7–21)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artisans complete work. Before/after photos logged.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Landlord Inspection (D21–28)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check-out. Documented evidence available.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(D28–35)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deposits returned in full. Residual disputes at 10% fee.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  |  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8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London: the UK's largest, most valuable private rental market.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renter households (London)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million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tenancy endings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deposit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£1,855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Tenancies with deductions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penetration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 (~3,300 cases)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projected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£468K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1371600"/>
            <a:ext cx="3383280" cy="2286000"/>
          </a:xfrm>
          <a:prstGeom prst="rect">
            <a:avLst>
              <a:gd name="adj" fmla="val 4000"/>
            </a:avLst>
          </a:prstGeom>
          <a:solidFill>
            <a:srgbClr val="E0F5F2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0" y="146304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Playbook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proving London, replicate to Manchester, Birmingham, Bristol.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Playbook: recruit local artisans → partner with letting agents → launch.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  |  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8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revenue streams from day one — no single point of failure, no balance sheet risk.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Fee (£75/case)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fee for pre-departure video assessment — charged regardless of repair outcome.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 Commission (13%)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on repair jobs via verified tradesperson network. Avg job value £250.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Fee (10%)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fee on residual disputes — lower than industry 15% thanks to evidence trail.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Referrals (£20/case)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Letting agents refer tenants and benefit from reduced dispute workload.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Payout (Phase 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 origination fee from financing partner for immediate payout on residual claims.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  |  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8ECE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4114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~£150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 per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~£110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cases (all-in)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 to cover fixed opex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~1,470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914400"/>
            <a:ext cx="3657600" cy="2377440"/>
          </a:xfrm>
          <a:prstGeom prst="rect">
            <a:avLst>
              <a:gd name="adj" fmla="val 3846"/>
            </a:avLst>
          </a:prstGeom>
          <a:solidFill>
            <a:srgbClr val="1A2332"/>
          </a:solidFill>
          <a:ln/>
        </p:spPr>
      </p:sp>
      <p:sp>
        <p:nvSpPr>
          <p:cNvPr id="8" name="Text 5"/>
          <p:cNvSpPr/>
          <p:nvPr/>
        </p:nvSpPr>
        <p:spPr>
          <a:xfrm>
            <a:off x="5212080" y="10972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</a:rPr>
              <a:t>73%</a:t>
            </a:r>
            <a:endParaRPr lang="en-US" sz="4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Gross Margin</a:t>
            </a:r>
            <a:endParaRPr lang="en-US" sz="4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4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AE"/>
                </a:solidFill>
              </a:rPr>
              <a:t>Asset-light, fee-for-service model with zero balance sheet risk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Projections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  |  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8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projected by Month 7. 72% EBITDA margin by Year 3.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92808"/>
                <a:gridCol w="1892808"/>
                <a:gridCol w="18836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 processed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fee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£248K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£578K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£990K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 commission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£98K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£228K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£390K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fee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£77K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£179K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£306K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referral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£77K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£172K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£441K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£1.08M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£1.89M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Costs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(£365K)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(£330K)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(£465K)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£708K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£1.36M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 Monthly Cashflow Trajectory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  |  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8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Front-loaded setup costs in M1–3. Monthly EBITDA positive by M4. Cumulative positive by M11.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645920"/>
                <a:gridCol w="19202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(Apr)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(£60K)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(£60K)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(Jun)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(£21K)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(£133K)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(Sep)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(£74K)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M9 (Dec)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(£22K)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(Mar)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Model Wins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  |  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8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market position — no competitor offers proactive pre-departure inspection &amp; repair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Day 1 via inspection fees — not dependent on dispute outcomes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network is a hard-to-replicate moat that strengthens with scale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EBITDA margin by Year 3 with zero balance sheet risk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&gt; cure — happier customers, stronger advocacy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regulatory burden — service marketplace, not insurance/claims firm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assessment tech creates a scalable evidence engine (AI from Year 2)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City-by-city expansion requires no additional capital per geography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&amp; Mitigations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  |  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8ECEF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inertia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with agents &amp; removals. In-app reminders.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 quality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Phased onboarding, quality scoring, photo evidence, escrow.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Landlord rejects repairs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basis clear. Evidence trail protects tenant.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 timing window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at notice via agent integration. 28-day window workable.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 replication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Med–Long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Sticky artisan network. Pricing moat. First-mover advantage.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  |  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8ECE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1: London Launch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M1–6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+ repair in 5 core boroughs. Build artisan network. 300 cases.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2: Recovery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M6–12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recovery backstop. Instant payout via financing. 800 total cases.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3: Agent &amp; B2B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M12–18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agency partnerships. White-label tool. Data insights. 1,500 cases.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4: Expand Cities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M18+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Replicate to Manchester, Birmingham, Bristol.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 We're Building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  |  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8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 combining legal, technical, operational, and growth capability.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 / Founder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Strategy, fundraising, partnerships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 (in place)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Claims / Legal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ops, TDP relationships,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 network, quality control, logistics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Developer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Platform, mobile app, video tech, APIs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marketing, acquisition,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Projects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roadmap, sprint planning,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&amp; The Ask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DepositGuard — Inspect, Repair &amp; Recover  |  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8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£300,000 in seed funding to go from strategy to market.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of Funds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£90,000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(assessors, ops)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£95,000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&amp; acquisition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&amp;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 reserve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0" y="1280160"/>
            <a:ext cx="3657600" cy="2743200"/>
          </a:xfrm>
          <a:prstGeom prst="rect">
            <a:avLst>
              <a:gd name="adj" fmla="val 3333"/>
            </a:avLst>
          </a:prstGeom>
          <a:solidFill>
            <a:srgbClr val="1A2332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18-Month Milestones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2080" y="18288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processed: 1,500+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agent partnerships: 3+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run rate: £40K+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operating: 2+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backstop live: Month 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9144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DepositGuard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 cofounders who want to build something that matters.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Cofounder equity — meaningful stake in a high-margin, scalable business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problem, proven market — £50–80M lost to unfair deductions in London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strategy &amp; financials — rigorously modelled, ready for investors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launch ready — plan, model, and go-to-market in place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expertise shapes the company — not just your title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4572000"/>
            <a:ext cx="6400800" cy="411480"/>
          </a:xfrm>
          <a:prstGeom prst="rect">
            <a:avLst>
              <a:gd name="adj" fmla="val 11111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572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talk?  ade.adedo@gmail.com  |  depositguard.co.uk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DepositGuard — V3 Deep Dive</dc:title>
  <dc:subject>PptxGenJS Presentation</dc:subject>
  <dc:creator>Ade</dc:creator>
  <cp:lastModifiedBy>Ade</cp:lastModifiedBy>
  <cp:revision>1</cp:revision>
  <dcterms:created xsi:type="dcterms:W3CDTF">2026-03-03T17:33:30Z</dcterms:created>
  <dcterms:modified xsi:type="dcterms:W3CDTF">2026-03-03T17:33:30Z</dcterms:modified>
</cp:coreProperties>
</file>